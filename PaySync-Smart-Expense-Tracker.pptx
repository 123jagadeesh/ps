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1267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PaySync: Smart Expense Tracker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07967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comprehensive mobile application for managing personal finances efficiently. Track expenses, set budgets, and gain financial insights with PaySync's intuitive interface and robust features.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515808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744" y="5523428"/>
            <a:ext cx="367665" cy="3676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6687" y="5497949"/>
            <a:ext cx="4892159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jagadeesh ospari  | AP22110011304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94345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00644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74" y="2064425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20887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Cross-Platform App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15559" y="2584252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Built with Flutter for Android and iOS devices.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837724" y="3446026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74" y="3504009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559" y="35282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Cloud Integration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15559" y="402383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Firebase authentication, storage, and real-time database.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837724" y="488561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" y="4943594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496788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Robust Backend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15559" y="5463421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Spring Boot backend with RESTful APIs.</a:t>
            </a:r>
            <a:endParaRPr lang="en-US" sz="1850" dirty="0"/>
          </a:p>
        </p:txBody>
      </p:sp>
      <p:sp>
        <p:nvSpPr>
          <p:cNvPr id="16" name="Shape 10"/>
          <p:cNvSpPr/>
          <p:nvPr/>
        </p:nvSpPr>
        <p:spPr>
          <a:xfrm>
            <a:off x="837724" y="632519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74" y="6383179"/>
            <a:ext cx="337899" cy="42243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15559" y="64074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Secure Design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1615559" y="690300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Encrypted data storage and biometric authentication.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102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Core Features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7638" y="2093000"/>
            <a:ext cx="2137529" cy="135719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88" y="2728793"/>
            <a:ext cx="336590" cy="420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84482" y="233231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Analytics &amp; Insights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84482" y="2827853"/>
            <a:ext cx="396787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Visual spending breakdowns and trends</a:t>
            </a:r>
            <a:endParaRPr lang="en-US" sz="1850" dirty="0"/>
          </a:p>
        </p:txBody>
      </p:sp>
      <p:sp>
        <p:nvSpPr>
          <p:cNvPr id="7" name="Shape 3"/>
          <p:cNvSpPr/>
          <p:nvPr/>
        </p:nvSpPr>
        <p:spPr>
          <a:xfrm>
            <a:off x="5204936" y="3464838"/>
            <a:ext cx="8527971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14" y="3509962"/>
            <a:ext cx="4275058" cy="135719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988" y="3978116"/>
            <a:ext cx="336590" cy="4207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53187" y="3749278"/>
            <a:ext cx="28292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Event-Based Grouping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53187" y="4244816"/>
            <a:ext cx="34967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Group expenses by events like trips</a:t>
            </a:r>
            <a:endParaRPr lang="en-US" sz="1850" dirty="0"/>
          </a:p>
        </p:txBody>
      </p:sp>
      <p:sp>
        <p:nvSpPr>
          <p:cNvPr id="12" name="Shape 6"/>
          <p:cNvSpPr/>
          <p:nvPr/>
        </p:nvSpPr>
        <p:spPr>
          <a:xfrm>
            <a:off x="6273641" y="4881801"/>
            <a:ext cx="7459266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09" y="4926925"/>
            <a:ext cx="6412587" cy="135719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107" y="5395079"/>
            <a:ext cx="336590" cy="42076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2012" y="5166241"/>
            <a:ext cx="324981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Transaction Management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22012" y="5661779"/>
            <a:ext cx="429434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Record expenses with receipts and location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837724" y="655331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PaySync offers comprehensive transaction management with receipt scanning, location tagging, and categorization. Users can group expenses under events like "Trip to Goa" and receive detailed analytics on spending patterns.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155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16" y="2702838"/>
            <a:ext cx="4170402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System Architecture</a:t>
            </a:r>
            <a:endParaRPr lang="en-US" sz="3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16" y="3489960"/>
            <a:ext cx="886182" cy="10634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2364" y="3667125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772364" y="4033957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Flutter-based frontend with Material Design components.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16" y="4553426"/>
            <a:ext cx="886182" cy="10634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72364" y="4730591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772364" y="5097423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RESTful services for data exchange and processing.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16" y="5616892"/>
            <a:ext cx="886182" cy="10634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72364" y="5794058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772364" y="6160889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Firebase Firestore with offline capabilities.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16" y="6680359"/>
            <a:ext cx="886182" cy="10634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72364" y="6857524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Synchronization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1772364" y="7224355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data sync across multiple devices.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34565"/>
            <a:ext cx="610254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Security &amp; Performance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368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Security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1281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Biometric authentication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948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encryption at rest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0615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Secure HTTPS communication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5283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Firebase Authentication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3536871"/>
            <a:ext cx="352937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Performance Optimizations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14761" y="41281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Offline-first approach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45948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Lazy loading of resources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50615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Efficient state management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55283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Background sync service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0647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User Interface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344" y="2642830"/>
            <a:ext cx="3091339" cy="30913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135" y="2642830"/>
            <a:ext cx="3091339" cy="309133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926" y="2642830"/>
            <a:ext cx="3091339" cy="3091339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3718" y="2642830"/>
            <a:ext cx="3091339" cy="3091339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37724" y="6156960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PaySync features an intuitive interface with home dashboard, insights page, events tracking, and detailed transaction views. The design follows Material guidelines with both light and dark themes.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284" y="680561"/>
            <a:ext cx="5050631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Testing Strategy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51284" y="1633776"/>
            <a:ext cx="7641431" cy="1575435"/>
          </a:xfrm>
          <a:prstGeom prst="roundRect">
            <a:avLst>
              <a:gd name="adj" fmla="val 5723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3455" y="1855946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Unit Testing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73455" y="2300288"/>
            <a:ext cx="7197090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Testing data models, services, and utility functions using Flutter Test Framework and JUnit.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51284" y="3423761"/>
            <a:ext cx="7641431" cy="1232059"/>
          </a:xfrm>
          <a:prstGeom prst="roundRect">
            <a:avLst>
              <a:gd name="adj" fmla="val 73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3455" y="3645932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Widget Testing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73455" y="4090273"/>
            <a:ext cx="7197090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Validating UI components, forms, and screen interactions with automated tests.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1284" y="4870371"/>
            <a:ext cx="7641431" cy="1232059"/>
          </a:xfrm>
          <a:prstGeom prst="roundRect">
            <a:avLst>
              <a:gd name="adj" fmla="val 73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3455" y="5092541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Integration Testing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73455" y="5536883"/>
            <a:ext cx="7197090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Verifying Firebase integration, API endpoints, and cross-platform compatibility.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51284" y="6316980"/>
            <a:ext cx="7641431" cy="1232059"/>
          </a:xfrm>
          <a:prstGeom prst="roundRect">
            <a:avLst>
              <a:gd name="adj" fmla="val 73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3455" y="6539151"/>
            <a:ext cx="252531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Performance Testing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73455" y="6983492"/>
            <a:ext cx="7197090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Evaluating load handling, memory usage, and offline functionality.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77844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Future Roadmap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559504"/>
            <a:ext cx="4078962" cy="239316"/>
          </a:xfrm>
          <a:prstGeom prst="roundRect">
            <a:avLst>
              <a:gd name="adj" fmla="val 4201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7724" y="6157793"/>
            <a:ext cx="285892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Collaborative Features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6653332"/>
            <a:ext cx="40789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Expense sharing with friends and family members for group events and activities.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75659" y="5200412"/>
            <a:ext cx="4078962" cy="239316"/>
          </a:xfrm>
          <a:prstGeom prst="roundRect">
            <a:avLst>
              <a:gd name="adj" fmla="val 4201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75659" y="57987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AI-Powered Insights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75659" y="6294239"/>
            <a:ext cx="40789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Advanced analytics with personalized financial recommendations based on spending patterns.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713595" y="4841438"/>
            <a:ext cx="4078962" cy="239316"/>
          </a:xfrm>
          <a:prstGeom prst="roundRect">
            <a:avLst>
              <a:gd name="adj" fmla="val 4201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13595" y="5439728"/>
            <a:ext cx="284654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Integration Expansion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3595" y="5935266"/>
            <a:ext cx="40789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Direct connections with banking APIs and financial institutions for automated transaction import.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2025-04-30T06:58:04Z</dcterms:created>
  <dcterms:modified xsi:type="dcterms:W3CDTF">2025-04-30T06:58:04Z</dcterms:modified>
</cp:coreProperties>
</file>